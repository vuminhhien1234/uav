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RadosGW — Kiến trúc lưu trữ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49377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S3-compatible · 4 buckets · port 7480 · endpoint: http://localhost:7480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01168" y="795528"/>
            <a:ext cx="2029968" cy="3310128"/>
          </a:xfrm>
          <a:prstGeom prst="roundRect">
            <a:avLst>
              <a:gd name="adj" fmla="val 4505"/>
            </a:avLst>
          </a:prstGeom>
          <a:solidFill>
            <a:srgbClr val="0A1A22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795528"/>
            <a:ext cx="2029968" cy="475488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88136"/>
            <a:ext cx="20299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5039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134416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 hiệu kích hoạt retrain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61848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92608" y="180136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JSON metadata per trigger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" y="205740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terrain · level · flight_id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" y="231343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timestamp · frame_id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" y="2606040"/>
            <a:ext cx="1847088" cy="0"/>
          </a:xfrm>
          <a:prstGeom prst="line">
            <a:avLst/>
          </a:prstGeom>
          <a:noFill/>
          <a:ln w="1016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67004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7A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slow/terrain_mountain_...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92608" y="2990088"/>
            <a:ext cx="1847088" cy="0"/>
          </a:xfrm>
          <a:prstGeom prst="line">
            <a:avLst/>
          </a:prstGeom>
          <a:noFill/>
          <a:ln w="1016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3063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92608" y="322783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flight_agent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2608" y="35204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50" kern="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92608" y="368503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model_trainer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40864" y="795528"/>
            <a:ext cx="2029968" cy="3310128"/>
          </a:xfrm>
          <a:prstGeom prst="roundRect">
            <a:avLst>
              <a:gd name="adj" fmla="val 4505"/>
            </a:avLst>
          </a:prstGeom>
          <a:solidFill>
            <a:srgbClr val="0A1A0E"/>
          </a:solidFill>
          <a:ln w="1524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340864" y="795528"/>
            <a:ext cx="2029968" cy="475488"/>
          </a:xfrm>
          <a:prstGeom prst="roundRect">
            <a:avLst>
              <a:gd name="adj" fmla="val 1923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40864" y="1088136"/>
            <a:ext cx="202996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14016" y="85039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training-data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32304" y="134416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huấn luyện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32304" y="161848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432304" y="180136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JPEG frames (medium/slow)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32304" y="205740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manifest.json pseudo-labels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32304" y="231343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{ frame_key : action }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32304" y="2606040"/>
            <a:ext cx="1847088" cy="0"/>
          </a:xfrm>
          <a:prstGeom prst="line">
            <a:avLst/>
          </a:prstGeom>
          <a:noFill/>
          <a:ln w="1016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32304" y="267004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7A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frames/terrain_{t}/flight_{id}/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432304" y="2990088"/>
            <a:ext cx="1847088" cy="0"/>
          </a:xfrm>
          <a:prstGeom prst="line">
            <a:avLst/>
          </a:prstGeom>
          <a:noFill/>
          <a:ln w="1016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32304" y="3063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432304" y="322783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flight_agent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432304" y="35204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50" kern="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432304" y="368503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training/job.py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480560" y="795528"/>
            <a:ext cx="2029968" cy="3310128"/>
          </a:xfrm>
          <a:prstGeom prst="roundRect">
            <a:avLst>
              <a:gd name="adj" fmla="val 4505"/>
            </a:avLst>
          </a:prstGeom>
          <a:solidFill>
            <a:srgbClr val="120A22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480560" y="795528"/>
            <a:ext cx="2029968" cy="475488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80560" y="1088136"/>
            <a:ext cx="202996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53712" y="85039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fast-weight-state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0" y="134416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nhớ xuyên chuyến bay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0" y="161848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572000" y="180136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W_fast / W_med / W_slow (.pt)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0" y="205740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latest.pt — state mới nhất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0" y="231343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Snapshot theo timestamp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2606040"/>
            <a:ext cx="1847088" cy="0"/>
          </a:xfrm>
          <a:prstGeom prst="line">
            <a:avLst/>
          </a:prstGeom>
          <a:noFill/>
          <a:ln w="1016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267004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7A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terrain_{t}/latest.pt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0" y="2990088"/>
            <a:ext cx="1847088" cy="0"/>
          </a:xfrm>
          <a:prstGeom prst="line">
            <a:avLst/>
          </a:prstGeom>
          <a:noFill/>
          <a:ln w="10160">
            <a:solidFill>
              <a:srgbClr val="1E29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3063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572000" y="322783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titans_memory.py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72000" y="35204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50" kern="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572000" y="368503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titans_memory / job.py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620256" y="795528"/>
            <a:ext cx="2029968" cy="3310128"/>
          </a:xfrm>
          <a:prstGeom prst="roundRect">
            <a:avLst>
              <a:gd name="adj" fmla="val 4505"/>
            </a:avLst>
          </a:prstGeom>
          <a:solidFill>
            <a:srgbClr val="1A1200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620256" y="795528"/>
            <a:ext cx="2029968" cy="475488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20256" y="1088136"/>
            <a:ext cx="20299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93408" y="85039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mlflow-artifacts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711696" y="134416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 Production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711696" y="161848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711696" y="180136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ResNet18 weights (.pth)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711696" y="205740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MLmodel metadata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711696" y="231343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Run artifacts &amp; params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11696" y="2606040"/>
            <a:ext cx="1847088" cy="0"/>
          </a:xfrm>
          <a:prstGeom prst="line">
            <a:avLst/>
          </a:prstGeom>
          <a:noFill/>
          <a:ln w="10160">
            <a:solidFill>
              <a:srgbClr val="1E293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11696" y="267004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7A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0/{run_id}/artifacts/uav-model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711696" y="2990088"/>
            <a:ext cx="1847088" cy="0"/>
          </a:xfrm>
          <a:prstGeom prst="line">
            <a:avLst/>
          </a:prstGeom>
          <a:noFill/>
          <a:ln w="10160">
            <a:solidFill>
              <a:srgbClr val="1E293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11696" y="3063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711696" y="322783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training/job.py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711696" y="35204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50" kern="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711696" y="368503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feature_extractor.py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74320" y="431596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Luong: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flight_agent</a:t>
            </a:r>
            <a:pPr algn="l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checkpoints / training-data / fast-weight-state</a:t>
            </a:r>
            <a:pPr algn="l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model_trainer</a:t>
            </a:r>
            <a:pPr algn="l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K8s Job  -&gt;  </a:t>
            </a:r>
            <a:pPr algn="l" indent="0" marL="0">
              <a:buNone/>
            </a:pPr>
            <a:r>
              <a:rPr lang="en-US" sz="850" b="1" dirty="0">
                <a:solidFill>
                  <a:srgbClr val="FBB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mlflow-artifacts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feature_extractor</a:t>
            </a:r>
            <a:pPr algn="l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&lt;-  Production model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Ceph Storage Architecture</dc:title>
  <dc:subject>PptxGenJS Presentation</dc:subject>
  <dc:creator>PptxGenJS</dc:creator>
  <cp:lastModifiedBy>PptxGenJS</cp:lastModifiedBy>
  <cp:revision>1</cp:revision>
  <dcterms:created xsi:type="dcterms:W3CDTF">2026-06-29T08:22:54Z</dcterms:created>
  <dcterms:modified xsi:type="dcterms:W3CDTF">2026-06-29T08:22:54Z</dcterms:modified>
</cp:coreProperties>
</file>